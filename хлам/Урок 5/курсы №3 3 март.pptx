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302" r:id="rId3"/>
    <p:sldId id="330" r:id="rId4"/>
    <p:sldId id="301" r:id="rId5"/>
    <p:sldId id="323" r:id="rId6"/>
    <p:sldId id="324" r:id="rId7"/>
    <p:sldId id="327" r:id="rId8"/>
    <p:sldId id="320" r:id="rId9"/>
    <p:sldId id="331" r:id="rId10"/>
    <p:sldId id="332" r:id="rId11"/>
    <p:sldId id="333" r:id="rId12"/>
    <p:sldId id="334" r:id="rId13"/>
    <p:sldId id="335" r:id="rId14"/>
    <p:sldId id="336" r:id="rId15"/>
    <p:sldId id="33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69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72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2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0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67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23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8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68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90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062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15EF0-1884-4BA6-8912-8D2ADC004EAF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65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39015" y="240633"/>
            <a:ext cx="1099204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Курсы удмуртского языка</a:t>
            </a:r>
          </a:p>
          <a:p>
            <a:pPr algn="ctr"/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Урок № 3. Притяжательные местоимения </a:t>
            </a:r>
          </a:p>
          <a:p>
            <a:pPr algn="ctr"/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суффиксы</a:t>
            </a: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790" y="2170263"/>
            <a:ext cx="8912995" cy="423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98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86037" y="673768"/>
            <a:ext cx="10125777" cy="8230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Считалка/</a:t>
            </a:r>
            <a:r>
              <a:rPr lang="ru-RU" sz="5400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лыдъяськон</a:t>
            </a:r>
            <a:r>
              <a:rPr lang="ru-RU" sz="5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Мон, тон, со,</a:t>
            </a:r>
            <a:r>
              <a:rPr lang="ru-RU" sz="6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</a:p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и, тӥ,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соос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60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вылэ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лыд</a:t>
            </a:r>
            <a:r>
              <a:rPr lang="ru-RU" sz="4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дугдоз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ик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чимали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луоз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5" t="2933" r="23671" b="2050"/>
          <a:stretch/>
        </p:blipFill>
        <p:spPr bwMode="auto">
          <a:xfrm flipH="1">
            <a:off x="190448" y="108292"/>
            <a:ext cx="1397894" cy="141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03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70021" y="606391"/>
            <a:ext cx="10799545" cy="851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Прочитай и переведи</a:t>
            </a:r>
            <a:r>
              <a:rPr lang="ru-RU" sz="4800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он, 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чырткемесь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пи,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уч,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ечбуресь,</a:t>
            </a:r>
            <a:r>
              <a:rPr lang="ru-RU" sz="8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ук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бигер, умоесь, ко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о, 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с,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</a:t>
            </a: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ныл, 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л.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7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21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414913" y="433137"/>
            <a:ext cx="10096901" cy="7707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Дышетӥсь,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дышетскись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визьнодась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эмчи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узкарись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уредась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64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25642" y="365125"/>
            <a:ext cx="11155680" cy="6876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Кыр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ась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кылбурчи,</a:t>
            </a:r>
            <a:endParaRPr 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пыжиськись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ырси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ӵышкись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гижы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утялтӥсь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42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199" y="673768"/>
            <a:ext cx="10673615" cy="6445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Ужбергатӥсь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эсьтӥськись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тодосчи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кылчи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уриськись.</a:t>
            </a:r>
            <a:endParaRPr 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8000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20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44302" y="365125"/>
            <a:ext cx="9702265" cy="4041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ru-RU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6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6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52" y="196106"/>
            <a:ext cx="1663599" cy="16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944301" y="365125"/>
            <a:ext cx="979851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spcAft>
                <a:spcPts val="0"/>
              </a:spcAft>
            </a:pP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sz="48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Ӟечбуресь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! Мынам </a:t>
            </a:r>
            <a:r>
              <a:rPr lang="ru-RU" sz="48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нимы</a:t>
            </a: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endParaRPr lang="ru-RU" sz="4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  <a:tabLst>
                <a:tab pos="457200" algn="l"/>
              </a:tabLst>
            </a:pP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Нош </a:t>
            </a: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тӥляд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кызьы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нимды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</a:p>
          <a:p>
            <a:pPr marL="342900" lvl="0" indent="-342900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Мынам </a:t>
            </a:r>
            <a:r>
              <a:rPr lang="ru-RU" sz="48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нимы</a:t>
            </a: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…</a:t>
            </a:r>
            <a:endParaRPr lang="ru-RU" sz="4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Тӥ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удмурт-а?</a:t>
            </a:r>
          </a:p>
          <a:p>
            <a:pPr marL="342900" lvl="0" indent="-342900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Бен </a:t>
            </a:r>
            <a:r>
              <a:rPr lang="ru-RU" sz="48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4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ӧвӧл), </a:t>
            </a:r>
            <a:r>
              <a:rPr lang="ru-RU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endParaRPr lang="ru-RU" sz="4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Мон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… </a:t>
            </a:r>
            <a:r>
              <a:rPr lang="ru-RU" sz="48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4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ӧнер</a:t>
            </a:r>
            <a:r>
              <a:rPr lang="ru-RU" sz="4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48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профессия). </a:t>
            </a:r>
            <a:endParaRPr lang="ru-RU" sz="4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Тӥ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кин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луыса</a:t>
            </a:r>
            <a:r>
              <a:rPr lang="ru-RU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ужаськоды</a:t>
            </a: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</a:p>
          <a:p>
            <a:pPr marL="342900" lvl="0" indent="-342900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u-RU" sz="48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Мон</a:t>
            </a: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… </a:t>
            </a:r>
            <a:r>
              <a:rPr lang="ru-RU" sz="48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луыса</a:t>
            </a: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8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ужасько</a:t>
            </a:r>
            <a:r>
              <a:rPr lang="ru-RU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4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  <a:tabLst>
                <a:tab pos="457200" algn="l"/>
              </a:tabLst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0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10654" y="451945"/>
            <a:ext cx="11034200" cy="6240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600" b="1" u="sng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36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ичные местоимения - притяжательные мест-</a:t>
            </a:r>
            <a:r>
              <a:rPr lang="ru-RU" sz="3600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ия</a:t>
            </a:r>
            <a:r>
              <a:rPr lang="ru-RU" sz="36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ru-RU" sz="3600" b="1" u="sng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МОН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(я)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мынам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(мой, у меня)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ТОН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(ты)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тынад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(твой, у тебя)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(он)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солэн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(его, у него)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(мы)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милям 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наш, у нас)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6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(вы)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ляд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ваш, у вас)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СООС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(они)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соослэн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(их, у них)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65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21895" y="673768"/>
            <a:ext cx="10789920" cy="5122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Притяжательные местоимения</a:t>
            </a:r>
            <a:r>
              <a:rPr lang="ru-RU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0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ед.ч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мн. ч.</a:t>
            </a:r>
          </a:p>
          <a:p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(мой, у меня)     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милям (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наш, у нас)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тынад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твой, у тебя)       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тӥляд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ваш, у вас)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солэн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(его, у него)           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соослэн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(их, у них)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5400" b="1" dirty="0" smtClean="0"/>
              <a:t> </a:t>
            </a:r>
            <a:endParaRPr lang="ru-RU" sz="5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89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443789" y="481264"/>
            <a:ext cx="10068026" cy="673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40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ритяжательные суффиксы </a:t>
            </a:r>
            <a:r>
              <a:rPr lang="ru-RU" sz="4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ед.ч</a:t>
            </a:r>
            <a:r>
              <a:rPr lang="ru-RU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40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л. </a:t>
            </a:r>
            <a:r>
              <a:rPr lang="ru-RU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-э (-е), -ы       </a:t>
            </a:r>
            <a:endParaRPr lang="ru-RU" sz="5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уж-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ага-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вын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     </a:t>
            </a:r>
          </a:p>
          <a:p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л. 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тынад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эд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ыд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5000" b="1" u="sng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уж-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вын-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ыд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л. 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солэн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эз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5000" b="1" u="sng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эз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уж-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вын-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ru-RU" sz="6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05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73768" y="1318661"/>
            <a:ext cx="11059428" cy="4568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 вань 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(-э, -е, -ы)</a:t>
            </a:r>
          </a:p>
          <a:p>
            <a:r>
              <a:rPr lang="ru-RU" sz="6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Тынад 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вань 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(-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эд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ыд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Солэн 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вань 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(-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эз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ru-RU" sz="4000" b="1" dirty="0" smtClean="0"/>
              <a:t> </a:t>
            </a:r>
            <a:endParaRPr lang="ru-RU" sz="40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94871" cy="11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60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26156" y="673768"/>
            <a:ext cx="10385659" cy="7553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40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ритяжательные суффиксы </a:t>
            </a:r>
            <a:r>
              <a:rPr lang="ru-RU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мн. ч.</a:t>
            </a:r>
          </a:p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л.  (милям) 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-мы</a:t>
            </a:r>
          </a:p>
          <a:p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</a:t>
            </a:r>
            <a:r>
              <a:rPr lang="ru-RU" sz="5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-мы, пи-мы</a:t>
            </a:r>
          </a:p>
          <a:p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л.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тӥляд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(-ты)</a:t>
            </a:r>
          </a:p>
          <a:p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ныл-</a:t>
            </a:r>
            <a:r>
              <a:rPr lang="ru-RU" sz="5400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54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54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</a:t>
            </a:r>
            <a:endParaRPr lang="ru-RU" sz="54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л. 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соослэн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зы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,(-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сы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ru-RU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ныл-</a:t>
            </a:r>
            <a:r>
              <a:rPr lang="ru-RU" sz="5400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зы</a:t>
            </a:r>
            <a:r>
              <a:rPr lang="ru-RU" sz="5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54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ӧк-</a:t>
            </a:r>
            <a:r>
              <a:rPr lang="ru-RU" sz="5400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сы</a:t>
            </a:r>
            <a:endParaRPr lang="ru-RU" sz="5400" b="1" i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5400" b="1" i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5400" b="1" dirty="0" smtClean="0"/>
              <a:t> </a:t>
            </a:r>
            <a:endParaRPr lang="ru-RU" sz="5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44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73768" y="1318661"/>
            <a:ext cx="11059428" cy="4568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Милям ӧ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вӧл 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(-мы)</a:t>
            </a: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Тӥляд 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ӧвӧл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-ты)</a:t>
            </a:r>
          </a:p>
          <a:p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Соослэн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ӧвӧл 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…(-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зы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ru-RU" sz="6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сы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ru-RU" sz="4000" b="1" dirty="0" smtClean="0"/>
              <a:t> </a:t>
            </a:r>
            <a:endParaRPr lang="ru-RU" sz="40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71"/>
            <a:ext cx="1894871" cy="11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09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87654" y="365125"/>
            <a:ext cx="10645541" cy="7307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Расскажи о себе и своей семье</a:t>
            </a:r>
          </a:p>
          <a:p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 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нимы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</a:p>
          <a:p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(национальность, профессия…)</a:t>
            </a:r>
          </a:p>
          <a:p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 вань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(-э, -е, -ы)</a:t>
            </a:r>
          </a:p>
          <a:p>
            <a:pPr algn="ctr"/>
            <a:r>
              <a:rPr lang="ru-RU" sz="4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 прилагательные:</a:t>
            </a:r>
          </a:p>
          <a:p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яратоно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любимый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дуно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дорогой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ебер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красивый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мусо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милый,</a:t>
            </a:r>
          </a:p>
          <a:p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бад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ым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большой, старший, </a:t>
            </a:r>
          </a:p>
          <a:p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пичи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маленький, младший.  </a:t>
            </a:r>
          </a:p>
          <a:p>
            <a:r>
              <a:rPr lang="ru-RU" sz="4000" dirty="0" smtClean="0"/>
              <a:t> </a:t>
            </a:r>
            <a:endParaRPr lang="ru-RU" sz="4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82804" y="365125"/>
            <a:ext cx="9529010" cy="11062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u="sng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Подстрочный перевод</a:t>
            </a:r>
            <a:r>
              <a:rPr lang="ru-RU" sz="32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выразительное чтение: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шундые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омыре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жильырт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сь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ошмесэ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бурдъёсы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Шудоесь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синъёсы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Сюлэмам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яратон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пиосмы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ваньбуре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шудбуре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Улонам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паймымон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крезьгуре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(Перминова)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5" t="2933" r="23671" b="2050"/>
          <a:stretch/>
        </p:blipFill>
        <p:spPr bwMode="auto">
          <a:xfrm flipH="1">
            <a:off x="190448" y="108292"/>
            <a:ext cx="1397894" cy="141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63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551</Words>
  <Application>Microsoft Office PowerPoint</Application>
  <PresentationFormat>Широкоэкранный</PresentationFormat>
  <Paragraphs>108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</dc:creator>
  <cp:lastModifiedBy>ЛЮБОВЬ</cp:lastModifiedBy>
  <cp:revision>100</cp:revision>
  <dcterms:created xsi:type="dcterms:W3CDTF">2024-10-12T21:07:33Z</dcterms:created>
  <dcterms:modified xsi:type="dcterms:W3CDTF">2026-03-04T06:58:53Z</dcterms:modified>
</cp:coreProperties>
</file>