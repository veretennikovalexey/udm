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7" r:id="rId4"/>
    <p:sldId id="286" r:id="rId5"/>
    <p:sldId id="285" r:id="rId6"/>
    <p:sldId id="283" r:id="rId7"/>
    <p:sldId id="268" r:id="rId8"/>
    <p:sldId id="269" r:id="rId9"/>
    <p:sldId id="270" r:id="rId10"/>
    <p:sldId id="262" r:id="rId11"/>
    <p:sldId id="263" r:id="rId12"/>
    <p:sldId id="264" r:id="rId13"/>
    <p:sldId id="265" r:id="rId14"/>
    <p:sldId id="266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0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9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7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83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42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81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67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81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64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67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C59B4-4FE7-469F-B0DC-FF65D850E804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00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6" b="44564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635760" y="0"/>
            <a:ext cx="10129520" cy="7124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Разговорный клуб 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удмуртского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Тема1: Неочевидное прошедшее время.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Детский фольклор.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</a:t>
            </a:r>
            <a:r>
              <a:rPr lang="ru-RU" sz="4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 </a:t>
            </a:r>
            <a:r>
              <a:rPr lang="ru-RU" sz="4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тулыспал</a:t>
            </a:r>
            <a:r>
              <a:rPr lang="ru-RU" sz="4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 ар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5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12269" y="539014"/>
            <a:ext cx="10799547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еочевидное </a:t>
            </a:r>
          </a:p>
          <a:p>
            <a:pPr algn="ctr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прошедшее время  глаголов.</a:t>
            </a:r>
          </a:p>
          <a:p>
            <a:pPr algn="ctr"/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Употребляются в тех случаях, когда говорящий не уверен в достоверности информации, не был очевидцем действия, рассказывает как-бы с чужих слов или когда не уверен в том, что было с ним самим (если от 1 лица).</a:t>
            </a:r>
          </a:p>
        </p:txBody>
      </p:sp>
    </p:spTree>
    <p:extLst>
      <p:ext uri="{BB962C8B-B14F-4D97-AF65-F5344CB8AC3E}">
        <p14:creationId xmlns:p14="http://schemas.microsoft.com/office/powerpoint/2010/main" val="162587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12269" y="539014"/>
            <a:ext cx="10799547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40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еочевидное прошедшее время  глаголов.</a:t>
            </a:r>
          </a:p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 встречаются в пересказах историй, </a:t>
            </a:r>
          </a:p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различных фольклорных жанрах: </a:t>
            </a:r>
          </a:p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сказках, легендах, преданиях.</a:t>
            </a:r>
          </a:p>
          <a:p>
            <a:pPr algn="ctr"/>
            <a:r>
              <a:rPr lang="ru-RU" sz="3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Лыдъяськонъёс</a:t>
            </a:r>
            <a:r>
              <a:rPr lang="ru-RU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считалки</a:t>
            </a:r>
            <a:r>
              <a:rPr lang="ru-RU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ru-RU" sz="3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Кыр</a:t>
            </a:r>
            <a:r>
              <a:rPr lang="ru-RU" sz="24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3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анъёс</a:t>
            </a:r>
            <a:r>
              <a:rPr lang="ru-RU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песни.</a:t>
            </a:r>
            <a:endParaRPr lang="ru-RU" sz="36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Шудонъёс</a:t>
            </a:r>
            <a:r>
              <a:rPr lang="ru-RU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игры.</a:t>
            </a:r>
          </a:p>
          <a:p>
            <a:pPr algn="ctr"/>
            <a:r>
              <a:rPr lang="ru-RU" sz="3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Выжыятонъёс</a:t>
            </a:r>
            <a:r>
              <a:rPr lang="ru-RU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(диалог ребенка со взрослым).</a:t>
            </a:r>
          </a:p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Докучные сказки 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Мы с тобой шли?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Шли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.-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Кожух нашли? – Нашли…)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4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12269" y="539014"/>
            <a:ext cx="10799547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Прошедшее (неочевидное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прош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 время </a:t>
            </a:r>
          </a:p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Ед.ч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    </a:t>
            </a:r>
            <a:r>
              <a:rPr lang="ru-RU" sz="4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Мн.ч</a:t>
            </a:r>
            <a:r>
              <a:rPr lang="ru-RU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1л.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сии (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иськем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 (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иськем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л</a:t>
            </a:r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сиид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ем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-ед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 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иллям-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л</a:t>
            </a:r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сииз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ем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-ез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соос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иллям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-зы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Ветл</a:t>
            </a:r>
            <a:r>
              <a:rPr lang="ru-RU" sz="6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</a:t>
            </a:r>
            <a:r>
              <a:rPr lang="ru-RU" sz="6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540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12269" y="539014"/>
            <a:ext cx="1079954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Прошедшее (неочевидное пр.) время</a:t>
            </a:r>
          </a:p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Ед.ч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    </a:t>
            </a:r>
            <a:r>
              <a:rPr lang="ru-RU" sz="4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Мн.ч</a:t>
            </a:r>
            <a:r>
              <a:rPr lang="ru-RU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1л.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ужай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 (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ужа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ськеммы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л.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ужад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(ужа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ужа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ллям-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л.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ужаз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(ужа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соос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ужа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ллям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-зы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ru-RU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Малп</a:t>
            </a:r>
            <a:r>
              <a:rPr lang="ru-RU" sz="6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</a:t>
            </a:r>
            <a:r>
              <a:rPr lang="ru-RU" sz="6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646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41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Тӧдьы кече, </a:t>
            </a:r>
          </a:p>
          <a:p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кытчы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ветлӥд?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Бадь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ишки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Кытчы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понӥд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улэ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басьтӥз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потоз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8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365125"/>
            <a:ext cx="11126001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>
              <a:buFontTx/>
              <a:buChar char="-"/>
            </a:pP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Ай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кече, кече, </a:t>
            </a:r>
            <a:endParaRPr lang="ru-RU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кытчы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ветлӥд?</a:t>
            </a:r>
          </a:p>
          <a:p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Вал </a:t>
            </a:r>
            <a:r>
              <a:rPr lang="ru-RU" sz="5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возьманы</a:t>
            </a:r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ветлӥ</a:t>
            </a:r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валэд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Валъёсы</a:t>
            </a:r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ӵашшае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пыриллям</a:t>
            </a:r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ашшаез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7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ашшаез </a:t>
            </a:r>
            <a:r>
              <a:rPr lang="ru-RU" sz="5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тылын</a:t>
            </a:r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сутӥллям</a:t>
            </a:r>
            <a:r>
              <a:rPr lang="ru-RU" sz="5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757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199" y="231007"/>
            <a:ext cx="9855467" cy="5766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Тылыз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Тылэз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вуэн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кысӥллям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Вуэз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Вуэз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ошъёс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юиллям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Ошъёс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Гурезь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йылэ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тубиллям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990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72152" y="154004"/>
            <a:ext cx="10741793" cy="9652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Гурезь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Гурезез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нумыръёс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портӥллям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Нумыръёс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Ӟазегъёс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сииллям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Ӟазегъёс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бен?</a:t>
            </a:r>
          </a:p>
          <a:p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Ӟазегъёс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лобыса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кошкиллям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ru-RU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6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Мын</a:t>
            </a:r>
            <a:r>
              <a:rPr lang="ru-RU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 </a:t>
            </a:r>
            <a:r>
              <a:rPr lang="ru-RU" sz="6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утча</a:t>
            </a:r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71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12270" y="365125"/>
            <a:ext cx="11001676" cy="987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</a:p>
          <a:p>
            <a:pPr algn="just"/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Кытчы ветлӥд ,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Кытчы 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ветлӥд , </a:t>
            </a:r>
            <a:r>
              <a:rPr lang="ru-RU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6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Тӧдьы </a:t>
            </a:r>
            <a:r>
              <a:rPr lang="ru-RU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кубиста </a:t>
            </a:r>
            <a:r>
              <a:rPr lang="ru-RU" sz="6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сины</a:t>
            </a:r>
            <a:r>
              <a:rPr lang="ru-RU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6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6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6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Ческыт</a:t>
            </a:r>
            <a:r>
              <a:rPr lang="ru-RU" sz="6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кубиста </a:t>
            </a:r>
            <a:r>
              <a:rPr lang="ru-RU" sz="6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сины</a:t>
            </a:r>
            <a:r>
              <a:rPr lang="ru-RU" sz="6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6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Кечпие-чебере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4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78029" y="365125"/>
            <a:ext cx="10635916" cy="1037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 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жуге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      </a:t>
            </a: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жуге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7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Жугизы</a:t>
            </a:r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пичиос</a:t>
            </a:r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/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7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Жугизы</a:t>
            </a:r>
            <a:r>
              <a:rPr lang="ru-RU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нылпиос</a:t>
            </a:r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Кечпие-чебере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1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64657" y="365125"/>
            <a:ext cx="10549288" cy="790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бӧрдӥд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бӧрдӥд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Ы-ы-ы-ы-ы.</a:t>
            </a:r>
            <a:endParaRPr lang="ru-RU" sz="7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Кечпие-чебере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6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00514" y="539015"/>
            <a:ext cx="11328934" cy="682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4.</a:t>
            </a: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Табере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кытчы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мынӥськод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Пеймыт</a:t>
            </a:r>
            <a:r>
              <a:rPr lang="ru-RU" sz="6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тэле</a:t>
            </a:r>
            <a:r>
              <a:rPr lang="ru-RU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мынӥсько</a:t>
            </a:r>
            <a:r>
              <a:rPr lang="ru-RU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чебере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6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60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87655" y="760395"/>
            <a:ext cx="1062629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Отын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карод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7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Кызьпу</a:t>
            </a:r>
            <a:r>
              <a:rPr lang="ru-RU" sz="7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сулэз</a:t>
            </a:r>
            <a:r>
              <a:rPr lang="ru-RU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йыръё</a:t>
            </a:r>
            <a:r>
              <a:rPr lang="ru-RU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Кечпие-чебере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3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Гур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азьысь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ӝук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Макар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Макар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Бун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пушкын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Бун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Тыл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сутэм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33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Тыл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кысэм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Ву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Ош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юэм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Ош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Дэрие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нӧдэм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40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Дэри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Тӥр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ӵогем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Тӥр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Шер зудам. 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Шер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Шыр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мудэм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84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1024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Шыр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Инме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тубем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каре?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Курег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куэз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шуба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вуре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Малы?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Тынэсьтыд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ныр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улдэ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ӵушылыны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44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694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Гур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Выж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вылын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карем?</a:t>
            </a:r>
          </a:p>
          <a:p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Нянь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пыжем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Нянь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Ӝӧк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вылын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сием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Мурт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сием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0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-Шур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вылысь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йӧэз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шунтэм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Шунды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шунтэм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Шунды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Пилем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согем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Пилем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Тӧл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нуэм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51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Тӧл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Тузон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согем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Тузон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Гурезе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пуксем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Гурезь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Шыр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пасям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39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Шыр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Коӵыш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Коӵыш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Писпу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йылын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Писпу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Тӥр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ӵогем</a:t>
            </a:r>
            <a:r>
              <a:rPr lang="ru-RU"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960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Тӥр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Зуд </a:t>
            </a:r>
            <a:r>
              <a:rPr lang="ru-RU" sz="5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сием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Зуд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Инме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тубем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Отын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каре?</a:t>
            </a:r>
          </a:p>
          <a:p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Тынэсьтыд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ныр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улдэ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ӵушылыны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Курег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кулэсь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шуба </a:t>
            </a:r>
            <a:r>
              <a:rPr lang="ru-RU" sz="5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вуре</a:t>
            </a:r>
            <a:r>
              <a:rPr lang="ru-RU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32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60396" y="962525"/>
            <a:ext cx="10953550" cy="877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Ми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таримес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кизимы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кизимы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Ми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таридэс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лёгомы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лёгомы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Маин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тӥ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лёгоды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лёгоды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Ми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валъёсмес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лэзёмы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лэзёмы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Ми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валъёстэс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басьтомы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басьтомы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Маин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бен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басьтоды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басьтоды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33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36884" y="510139"/>
            <a:ext cx="11377062" cy="960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Ми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сётомы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сю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манет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сю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манет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Ми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коньдондэс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ум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басьтэ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ум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басьтэ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Маин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тӥ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басьтоды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басьтоды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Чебер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нылдэс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пидэс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Кинэ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бен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тӥ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басьтоды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басьтоды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Ми (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Машидэс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басьтомы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басьтомы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65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9600" b="1" dirty="0" err="1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Пумиськытозь</a:t>
            </a:r>
            <a:r>
              <a:rPr lang="ru-RU" sz="9600" b="1" dirty="0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algn="ctr"/>
            <a:r>
              <a:rPr lang="ru-RU" sz="96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 встречи!</a:t>
            </a:r>
            <a:endParaRPr lang="ru-RU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4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799</Words>
  <Application>Microsoft Office PowerPoint</Application>
  <PresentationFormat>Широкоэкранный</PresentationFormat>
  <Paragraphs>195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15</cp:revision>
  <dcterms:created xsi:type="dcterms:W3CDTF">2026-02-06T19:41:17Z</dcterms:created>
  <dcterms:modified xsi:type="dcterms:W3CDTF">2026-02-10T11:17:42Z</dcterms:modified>
</cp:coreProperties>
</file>