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317" r:id="rId3"/>
    <p:sldId id="287" r:id="rId4"/>
    <p:sldId id="276" r:id="rId5"/>
    <p:sldId id="277" r:id="rId6"/>
    <p:sldId id="278" r:id="rId7"/>
    <p:sldId id="274" r:id="rId8"/>
    <p:sldId id="297" r:id="rId9"/>
    <p:sldId id="318" r:id="rId10"/>
    <p:sldId id="320" r:id="rId11"/>
    <p:sldId id="302" r:id="rId12"/>
    <p:sldId id="322" r:id="rId13"/>
    <p:sldId id="292" r:id="rId14"/>
    <p:sldId id="319" r:id="rId15"/>
    <p:sldId id="301" r:id="rId16"/>
    <p:sldId id="323" r:id="rId17"/>
    <p:sldId id="324" r:id="rId18"/>
    <p:sldId id="325" r:id="rId19"/>
    <p:sldId id="328" r:id="rId20"/>
    <p:sldId id="326" r:id="rId21"/>
    <p:sldId id="327" r:id="rId22"/>
    <p:sldId id="321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69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72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2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90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67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23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68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68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90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062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15EF0-1884-4BA6-8912-8D2ADC004EAF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65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10139" y="616017"/>
            <a:ext cx="11020925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Курсы удмуртского языка</a:t>
            </a:r>
          </a:p>
          <a:p>
            <a:pPr algn="ctr"/>
            <a:r>
              <a:rPr lang="ru-RU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Урок № 2. </a:t>
            </a:r>
            <a:r>
              <a:rPr lang="ru-RU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тон, со (местоимения)</a:t>
            </a: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790" y="2055813"/>
            <a:ext cx="9153625" cy="435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98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344636" y="3294393"/>
            <a:ext cx="44918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61440" y="451945"/>
            <a:ext cx="102747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33+5</a:t>
            </a:r>
          </a:p>
          <a:p>
            <a:pPr algn="ctr"/>
            <a:endParaRPr lang="ru-RU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319" y="1690688"/>
            <a:ext cx="9231361" cy="435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60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94355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116531" y="433137"/>
            <a:ext cx="10106526" cy="4977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dirty="0" smtClean="0"/>
              <a:t> 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(после твердых Д, З, Л, Н, С, Т)</a:t>
            </a:r>
            <a:endParaRPr lang="ru-RU" sz="5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7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7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7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зи – 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ли-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ни-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си-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ти-т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endParaRPr lang="ru-RU" sz="7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45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94355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29903" y="365125"/>
            <a:ext cx="9750392" cy="6163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1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ӧс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6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дверь,</a:t>
            </a:r>
            <a:endParaRPr lang="ru-RU" sz="60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 </a:t>
            </a:r>
            <a:r>
              <a:rPr lang="ru-RU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60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нет</a:t>
            </a:r>
            <a:r>
              <a:rPr lang="ru-RU" sz="80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ӧйтӧд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уг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тодӥськы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4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знаю.</a:t>
            </a:r>
            <a:endParaRPr lang="ru-RU" sz="4800" i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21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94355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52902" y="510139"/>
            <a:ext cx="9827393" cy="5838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 - </a:t>
            </a:r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дж</a:t>
            </a:r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ru-RU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9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</a:t>
            </a:r>
            <a:r>
              <a:rPr lang="ru-RU" sz="9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енифер</a:t>
            </a:r>
            <a:r>
              <a:rPr lang="ru-RU" sz="9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6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9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 сие.</a:t>
            </a:r>
          </a:p>
          <a:p>
            <a:pPr algn="ctr"/>
            <a:r>
              <a:rPr lang="ru-RU" sz="7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83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87972" y="147145"/>
            <a:ext cx="10226566" cy="6554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11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ru-RU" sz="11000" dirty="0" smtClean="0"/>
              <a:t>[</a:t>
            </a:r>
            <a:r>
              <a:rPr lang="ru-RU" sz="11000" dirty="0" err="1" smtClean="0"/>
              <a:t>тш</a:t>
            </a:r>
            <a:r>
              <a:rPr lang="ru-RU" sz="11000" dirty="0" smtClean="0"/>
              <a:t>]</a:t>
            </a:r>
            <a:endParaRPr lang="ru-RU" sz="11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3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</a:t>
            </a:r>
            <a:r>
              <a:rPr lang="ru-RU" sz="13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13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ыртэ</a:t>
            </a:r>
            <a:r>
              <a:rPr lang="ru-RU" sz="1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</a:t>
            </a:r>
            <a:r>
              <a:rPr lang="ru-RU" sz="1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1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 ко</a:t>
            </a:r>
            <a:r>
              <a:rPr lang="ru-RU" sz="1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1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о.</a:t>
            </a:r>
            <a:endParaRPr lang="ru-RU" sz="13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37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7" y="-136343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62012" y="269507"/>
            <a:ext cx="112904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94355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62152" y="233320"/>
            <a:ext cx="10993820" cy="3751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9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д’з</a:t>
            </a:r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’]</a:t>
            </a:r>
            <a:endParaRPr lang="ru-RU" sz="9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2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1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</a:t>
            </a:r>
            <a:r>
              <a:rPr lang="ru-RU" sz="12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1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1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лын</a:t>
            </a:r>
            <a:r>
              <a:rPr lang="ru-RU" sz="12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1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оз</a:t>
            </a:r>
            <a:r>
              <a:rPr lang="ru-RU" sz="12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094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35422" y="451945"/>
            <a:ext cx="11109432" cy="6553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5400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Расскажи о себе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9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ечбуресь! </a:t>
            </a:r>
            <a:endParaRPr lang="ru-RU" sz="6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Мынам </a:t>
            </a:r>
            <a:r>
              <a:rPr lang="ru-RU" sz="9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нимы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</a:p>
          <a:p>
            <a:pPr lvl="0" algn="just"/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(удмурт,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уч,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бигер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ru-RU" sz="6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ru-RU" sz="5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33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99410" y="451945"/>
            <a:ext cx="10745443" cy="6517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Тынад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кызьы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нимыд</a:t>
            </a:r>
            <a:r>
              <a:rPr lang="ru-RU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9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6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Тӥляд</a:t>
            </a:r>
            <a:r>
              <a:rPr lang="ru-RU" sz="9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кызьы</a:t>
            </a:r>
            <a:r>
              <a:rPr lang="ru-RU" sz="9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u="sng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нимды</a:t>
            </a:r>
            <a:r>
              <a:rPr lang="ru-RU" sz="9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ru-RU" sz="9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6000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41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10654" y="451945"/>
            <a:ext cx="11034200" cy="6240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600" b="1" u="sng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3600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ичные местоимения - притяжательные мест-</a:t>
            </a:r>
            <a:r>
              <a:rPr lang="ru-RU" sz="3600" b="1" u="sng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ия</a:t>
            </a:r>
            <a:r>
              <a:rPr lang="ru-RU" sz="3600" b="1" u="sng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lang="ru-RU" sz="3600" b="1" u="sng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МОН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(я)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мынам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(мой, у меня) </a:t>
            </a:r>
            <a:endParaRPr lang="ru-RU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ТОН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(ты)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тынад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(твой, у тебя) </a:t>
            </a:r>
            <a:endParaRPr lang="ru-RU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(он)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солэн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(его, у него) </a:t>
            </a:r>
            <a:endParaRPr lang="ru-RU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(мы)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милям 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наш, у нас)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6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(вы)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48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48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8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ляд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ваш, у вас)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СООС 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(они) 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соослэн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(их, у них) </a:t>
            </a:r>
            <a:endParaRPr lang="ru-RU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65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86037" y="673768"/>
            <a:ext cx="10125777" cy="8230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Считалка/</a:t>
            </a:r>
            <a:r>
              <a:rPr lang="ru-RU" sz="5400" b="1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лыдъяськон</a:t>
            </a:r>
            <a:r>
              <a:rPr lang="ru-RU" sz="5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Мон, тон, со,</a:t>
            </a:r>
            <a:r>
              <a:rPr lang="ru-RU" sz="6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</a:p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и, тӥ,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соос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60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Кин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вылэ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лыд</a:t>
            </a:r>
            <a:r>
              <a:rPr lang="ru-RU" sz="4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дугдоз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ик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чимали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луоз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5" t="2933" r="23671" b="2050"/>
          <a:stretch/>
        </p:blipFill>
        <p:spPr bwMode="auto">
          <a:xfrm flipH="1">
            <a:off x="190448" y="108292"/>
            <a:ext cx="1397894" cy="141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03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52388" y="451945"/>
            <a:ext cx="11592466" cy="4117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Тынад</a:t>
            </a:r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кызьы</a:t>
            </a:r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нимыд</a:t>
            </a:r>
            <a:r>
              <a:rPr lang="ru-RU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9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6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Тӥляд</a:t>
            </a:r>
            <a:r>
              <a:rPr lang="ru-RU" sz="9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кызьы</a:t>
            </a:r>
            <a:r>
              <a:rPr lang="ru-RU" sz="9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нимды</a:t>
            </a:r>
            <a:r>
              <a:rPr lang="ru-RU" sz="9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ru-RU" sz="9600" dirty="0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6000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46" y="230188"/>
            <a:ext cx="1894871" cy="115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73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21895" y="673769"/>
            <a:ext cx="10327907" cy="4721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-Чырткем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ru-RU" sz="7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(Лёша)</a:t>
            </a: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7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-Умой! </a:t>
            </a:r>
            <a:r>
              <a:rPr lang="ru-RU" sz="72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7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(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Настя)</a:t>
            </a:r>
            <a:r>
              <a:rPr lang="ru-RU" sz="7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7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удмурт).</a:t>
            </a:r>
          </a:p>
          <a:p>
            <a:r>
              <a:rPr lang="ru-RU" sz="7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72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7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бигер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3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4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029903" y="365125"/>
            <a:ext cx="10616665" cy="5368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66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Сергей Сидоров.</a:t>
            </a:r>
            <a:endParaRPr lang="ru-RU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удмурт. </a:t>
            </a:r>
            <a:r>
              <a:rPr lang="ru-RU" sz="66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эмъясь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Нош </a:t>
            </a:r>
            <a:r>
              <a:rPr lang="ru-RU" sz="6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ru-RU" sz="66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6600" b="1" u="sng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Надежда Уткина. </a:t>
            </a:r>
          </a:p>
          <a:p>
            <a:r>
              <a:rPr lang="ru-RU" sz="6600" b="1" u="sng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удмурт. </a:t>
            </a:r>
            <a:r>
              <a:rPr lang="ru-RU" sz="6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кыр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ась</a:t>
            </a:r>
            <a:r>
              <a:rPr lang="ru-RU" sz="6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66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47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41145" y="452387"/>
            <a:ext cx="10770670" cy="8821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Новые слова:</a:t>
            </a:r>
          </a:p>
          <a:p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Дышетӥсь –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учитель.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Дышетскись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ученик.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Визьнодась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воспитатель.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Эмъясь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эмчи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врач.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Вузкарись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продавец.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Суредась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художник.</a:t>
            </a:r>
          </a:p>
          <a:p>
            <a:pPr algn="ctr"/>
            <a:endParaRPr lang="ru-RU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64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70535" y="365125"/>
            <a:ext cx="10241280" cy="7768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Кыр</a:t>
            </a:r>
            <a:r>
              <a:rPr lang="ru-RU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певец.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Пыжиськись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пекарь.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Кылбурчи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поэт.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Йырси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ӵышкись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парикмахер.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Вуриськись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швея.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Гижы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утялтӥсь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мастер ногтевого сервиса.</a:t>
            </a: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42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199" y="673768"/>
            <a:ext cx="10673615" cy="6199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Ужбергатӥсь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бизнесмен.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Лэсьтӥськись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строитель.</a:t>
            </a:r>
          </a:p>
          <a:p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Компьютерщик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компьютерен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ужась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Тодосчи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ученый.</a:t>
            </a:r>
          </a:p>
          <a:p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Кылчи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лингвист, языковед.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u="sng" dirty="0" smtClean="0">
                <a:solidFill>
                  <a:srgbClr val="C00000"/>
                </a:solidFill>
              </a:rPr>
              <a:t> </a:t>
            </a:r>
            <a:endParaRPr lang="ru-RU" sz="5400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20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37912" y="1386381"/>
            <a:ext cx="10308656" cy="4352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66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(Сергей Сидоров).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66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(удмурт).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ru-RU" sz="66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эмъясь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Нош </a:t>
            </a:r>
            <a:r>
              <a:rPr lang="ru-RU" sz="6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ru-RU" sz="66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30" y="230188"/>
            <a:ext cx="1894871" cy="115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43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28286" y="1203158"/>
            <a:ext cx="10318282" cy="5359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(Любовь Ивановна) .</a:t>
            </a:r>
            <a:endParaRPr lang="ru-RU" sz="6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ышетӥсь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луыса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ужасько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Нош тон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кин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луыса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ужаськод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ru-RU" sz="66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30" y="230188"/>
            <a:ext cx="1894871" cy="115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509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91402" y="365125"/>
            <a:ext cx="10655166" cy="930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Ӟечбур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</a:p>
          <a:p>
            <a:pPr marL="857250" lvl="0" indent="-857250">
              <a:buFontTx/>
              <a:buChar char="-"/>
            </a:pP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Умой!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857250" lvl="0" indent="-857250">
              <a:buFontTx/>
              <a:buChar char="-"/>
            </a:pP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Тон удмурт-а?</a:t>
            </a:r>
          </a:p>
          <a:p>
            <a:pPr marL="857250" lvl="0" indent="-857250">
              <a:buFontTx/>
              <a:buChar char="-"/>
            </a:pP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Бен (о-о),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удмурт.</a:t>
            </a:r>
          </a:p>
          <a:p>
            <a:pPr lvl="0"/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Нош тон удмурт-а?</a:t>
            </a:r>
          </a:p>
          <a:p>
            <a:pPr marL="685800" indent="-685800">
              <a:buFontTx/>
              <a:buChar char="-"/>
            </a:pPr>
            <a:r>
              <a:rPr lang="ru-RU" sz="7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вӧл, 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удмурт ӧв</a:t>
            </a:r>
            <a:r>
              <a:rPr lang="ru-RU" sz="5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л. </a:t>
            </a:r>
          </a:p>
          <a:p>
            <a:pPr lvl="0"/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(</a:t>
            </a:r>
            <a:r>
              <a:rPr lang="ru-RU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endParaRPr lang="ru-RU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6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6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89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44302" y="365125"/>
            <a:ext cx="9702265" cy="9427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Ӟечбур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</a:p>
          <a:p>
            <a:pPr marL="857250" lvl="0" indent="-857250">
              <a:buFontTx/>
              <a:buChar char="-"/>
            </a:pP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Умой!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857250" lvl="0" indent="-857250">
              <a:buFontTx/>
              <a:buChar char="-"/>
            </a:pP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Тон 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дышетскись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-а?</a:t>
            </a:r>
          </a:p>
          <a:p>
            <a:pPr marL="857250" lvl="0" indent="-857250">
              <a:buFontTx/>
              <a:buChar char="-"/>
            </a:pP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Бен (о-о),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дышетскись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Нош тон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дышетскись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-а?</a:t>
            </a:r>
          </a:p>
          <a:p>
            <a:pPr lvl="0"/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вӧл, 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дышетскись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ӧв</a:t>
            </a:r>
            <a:r>
              <a:rPr lang="ru-RU" sz="5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л. 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(</a:t>
            </a:r>
            <a:r>
              <a:rPr lang="ru-RU" sz="5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ужбергатӥсь</a:t>
            </a:r>
            <a:r>
              <a:rPr lang="ru-RU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endParaRPr lang="ru-RU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6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6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52" y="196106"/>
            <a:ext cx="1663599" cy="16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03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86037" y="673768"/>
            <a:ext cx="10125777" cy="8230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Считалка/</a:t>
            </a:r>
            <a:r>
              <a:rPr lang="ru-RU" sz="5400" b="1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лыдъяськон</a:t>
            </a:r>
            <a:r>
              <a:rPr lang="ru-RU" sz="5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Мон, тон, со,</a:t>
            </a:r>
            <a:r>
              <a:rPr lang="ru-RU" sz="6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</a:p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и, тӥ,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соос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60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Кин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вылэ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лыд</a:t>
            </a:r>
            <a:r>
              <a:rPr lang="ru-RU" sz="4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дугдоз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ик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чимали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луоз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5" t="2933" r="23671" b="2050"/>
          <a:stretch/>
        </p:blipFill>
        <p:spPr bwMode="auto">
          <a:xfrm flipH="1">
            <a:off x="190448" y="108292"/>
            <a:ext cx="1397894" cy="141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34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498</Words>
  <Application>Microsoft Office PowerPoint</Application>
  <PresentationFormat>Широкоэкранный</PresentationFormat>
  <Paragraphs>116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</dc:creator>
  <cp:lastModifiedBy>ЛЮБОВЬ</cp:lastModifiedBy>
  <cp:revision>85</cp:revision>
  <dcterms:created xsi:type="dcterms:W3CDTF">2024-10-12T21:07:33Z</dcterms:created>
  <dcterms:modified xsi:type="dcterms:W3CDTF">2026-02-13T04:13:01Z</dcterms:modified>
</cp:coreProperties>
</file>